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Source Code Pro"/>
      <p:regular r:id="rId15"/>
      <p:bold r:id="rId16"/>
      <p:italic r:id="rId17"/>
      <p:boldItalic r:id="rId18"/>
    </p:embeddedFont>
    <p:embeddedFont>
      <p:font typeface="EB Garamond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-bold.fntdata"/><Relationship Id="rId11" Type="http://schemas.openxmlformats.org/officeDocument/2006/relationships/font" Target="fonts/ProximaNova-regular.fntdata"/><Relationship Id="rId22" Type="http://schemas.openxmlformats.org/officeDocument/2006/relationships/font" Target="fonts/EBGaramond-boldItalic.fntdata"/><Relationship Id="rId10" Type="http://schemas.openxmlformats.org/officeDocument/2006/relationships/slide" Target="slides/slide5.xml"/><Relationship Id="rId21" Type="http://schemas.openxmlformats.org/officeDocument/2006/relationships/font" Target="fonts/EBGaramond-italic.fntdata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regular.fntdata"/><Relationship Id="rId14" Type="http://schemas.openxmlformats.org/officeDocument/2006/relationships/font" Target="fonts/ProximaNova-boldItalic.fntdata"/><Relationship Id="rId17" Type="http://schemas.openxmlformats.org/officeDocument/2006/relationships/font" Target="fonts/SourceCodePro-italic.fntdata"/><Relationship Id="rId16" Type="http://schemas.openxmlformats.org/officeDocument/2006/relationships/font" Target="fonts/SourceCodePr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BGaramond-regular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c6f80d1f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c6f80d1f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Davi Kenzo Isomura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Estudante de Engenharia de Software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 mim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6667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accent4"/>
                </a:solidFill>
                <a:latin typeface="EB Garamond"/>
                <a:ea typeface="EB Garamond"/>
                <a:cs typeface="EB Garamond"/>
                <a:sym typeface="EB Garamond"/>
              </a:rPr>
              <a:t>Me chamo Davi, nasci e cresci em Formosa-GO e recentemente me mudei para Brasília. Sempre fui fascinado pela tecnologia, e atualmente estou cursando o primeiro semestre de engenharia de software no CEUB. Desejo aprender cada vez mais e conseguir oportunidades para melhorar profissionalmente.</a:t>
            </a:r>
            <a:endParaRPr sz="1400">
              <a:solidFill>
                <a:schemeClr val="accent4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5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Competências e conhecimentos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421176" y="2235693"/>
            <a:ext cx="1329900" cy="1329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311700" y="2596750"/>
            <a:ext cx="1601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Lógica de programação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2253125" y="259675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Pacote Office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207825" y="1800225"/>
            <a:ext cx="2334900" cy="209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5207725" y="2459225"/>
            <a:ext cx="25719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Inglês-intermediário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7542575" y="2298500"/>
            <a:ext cx="1329900" cy="1205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7482175" y="2491375"/>
            <a:ext cx="14226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JavaScript-básico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Número secreto JS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00" y="152400"/>
            <a:ext cx="801597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